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59B8CD-C35B-487D-B3D5-A1EF5F8956FA}">
  <a:tblStyle styleId="{DD59B8CD-C35B-487D-B3D5-A1EF5F8956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455395c98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455395c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57113" y="55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{DD59B8CD-C35B-487D-B3D5-A1EF5F8956FA}</a:tableStyleId>
              </a:tblPr>
              <a:tblGrid>
                <a:gridCol w="2217225"/>
                <a:gridCol w="1798125"/>
                <a:gridCol w="713200"/>
                <a:gridCol w="721500"/>
                <a:gridCol w="3354500"/>
              </a:tblGrid>
              <a:tr h="26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Stakeholder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Role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Power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 (H/M/L)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Interest (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H/M/L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Omar Mubarak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CEO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Project Sponsor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manager of the Sauce &amp; Spoon restaurant group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overall direction, profitability, and reputation of the restaurant group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supports initiatives aimed at advancing the restaurant’s mission and vision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not typically involved with day-to-day operations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Deanna Coleman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Director of Operations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leads the vision for Sauce &amp; Spoon initiatives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daily communication across different teams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ensuring that ingredients are sourced with integrity at each location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oversees the restaurant managers and works with them on interviewing, hiring, and training new employees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Carter Ward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Executive Chef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M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bring his vision for Sauce &amp; Spoon’s sustainable sourcing and scratch-to-table cuisine to life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has the final say on all menu choices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responsible for overseeing all other chefs employed by the restaurant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Gilly Tyson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General Manager (North location)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manages Sauce &amp; Spoon’s business district location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great resource for training and providing input on general restaurant operations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responsible for hiring and training the North location restaurant staff, ordering all the restaurant’s supplies, and talking to customers to ensure that they are happy with their service.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Alex Schmidt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General Manager (Downtown location)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manages Sauce &amp; Spoon’s bustling downtown location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responsible for hiring and training the Downtown location restaurant staff, ordering all the restaurant’s supplies, and talking to customers to ensure that they are happy with their service.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Nia Williams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General Manager (Waterfront)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support her staff and the overall success of the company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responsible for hiring and training the Waterfront location restaurant staff, ordering all the restaurant’s supplies, and talking to customers to ensure that they are happy with their service.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Zane Dutchman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Kitchen Manager (North location)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responsible for overseeing the day-to-day back of house operations and administrative tasks at the North location.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responsible for controlling costs and managing labor.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Larissa Stein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Kitchen Manager (Downtown location)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overseeing the day-to-day back of house operations and administrative tasks at the Downtown location. 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responsible for controlling costs and managing labor.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Seydou Diallo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Restaurant Technology Consultant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helps restaurants implement cost-effective, easy-to-use, integrated technology systems.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determines client needs, highlights where technology can streamline processes and improve the guest experience, and then designs and implements appropriate solutions.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5818E"/>
                </a:solidFill>
                <a:highlight>
                  <a:srgbClr val="FFFFFF"/>
                </a:highlight>
              </a:rPr>
              <a:t>Stakeholder</a:t>
            </a:r>
            <a:r>
              <a:rPr b="1" lang="en" sz="1800">
                <a:solidFill>
                  <a:srgbClr val="45818E"/>
                </a:solidFill>
                <a:highlight>
                  <a:srgbClr val="FFFFFF"/>
                </a:highlight>
              </a:rPr>
              <a:t> Analysis</a:t>
            </a:r>
            <a:endParaRPr b="1" sz="1800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Keep satisfied (high priority)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Manage closely (high effort)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Monitor (minimum effort)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</a:rPr>
              <a:t>Show consideration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4"/>
          <p:cNvSpPr/>
          <p:nvPr/>
        </p:nvSpPr>
        <p:spPr>
          <a:xfrm>
            <a:off x="3730150" y="1432750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Omar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Owner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4875" y="80400"/>
            <a:ext cx="1360200" cy="783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Drag each stakeholder’s box to the appropriate place on the power-interest grid</a:t>
            </a:r>
            <a:endParaRPr sz="1300"/>
          </a:p>
        </p:txBody>
      </p:sp>
      <p:sp>
        <p:nvSpPr>
          <p:cNvPr id="76" name="Google Shape;76;p14"/>
          <p:cNvSpPr/>
          <p:nvPr/>
        </p:nvSpPr>
        <p:spPr>
          <a:xfrm>
            <a:off x="6547725" y="99032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Deanna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Director of Operations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588350" y="224777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Carter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Exec. Chef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940950" y="1619052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Gilly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GM - North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204775" y="1619065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Alex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GM - Downtown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016275" y="3178090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Zane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Kitchen Manager - North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204775" y="3170403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Larissa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Kitchen Manager - Downtown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637300" y="3693079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Seydou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Restaurant Consultant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767813" y="3178106"/>
            <a:ext cx="1007100" cy="344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Nia</a:t>
            </a:r>
            <a:endParaRPr b="1"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</a:rPr>
              <a:t>General Manager - Waterfront</a:t>
            </a:r>
            <a:endParaRPr b="1" sz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