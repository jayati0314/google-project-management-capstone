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Lato" panose="020F0502020204030204" pitchFamily="34" charset="0"/>
      <p:regular r:id="rId10"/>
      <p:bold r:id="rId11"/>
      <p:italic r:id="rId12"/>
      <p:boldItalic r:id="rId13"/>
    </p:embeddedFont>
    <p:embeddedFont>
      <p:font typeface="Raleway" panose="020F05020202040302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1BA401-B28B-42A4-9D0B-2171622249E1}">
  <a:tblStyle styleId="{0F1BA401-B28B-42A4-9D0B-2171622249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ti Maurya" userId="a341ffb6ea5706f9" providerId="LiveId" clId="{26630D08-7CAA-4C45-8F7F-4BF5C588280C}"/>
    <pc:docChg chg="delSld">
      <pc:chgData name="Jayati Maurya" userId="a341ffb6ea5706f9" providerId="LiveId" clId="{26630D08-7CAA-4C45-8F7F-4BF5C588280C}" dt="2025-04-14T11:05:40.122" v="0" actId="47"/>
      <pc:docMkLst>
        <pc:docMk/>
      </pc:docMkLst>
      <pc:sldChg chg="del">
        <pc:chgData name="Jayati Maurya" userId="a341ffb6ea5706f9" providerId="LiveId" clId="{26630D08-7CAA-4C45-8F7F-4BF5C588280C}" dt="2025-04-14T11:05:40.122" v="0" actId="47"/>
        <pc:sldMkLst>
          <pc:docMk/>
          <pc:sldMk cId="0" sldId="263"/>
        </pc:sldMkLst>
      </pc:sldChg>
      <pc:sldMasterChg chg="delSldLayout">
        <pc:chgData name="Jayati Maurya" userId="a341ffb6ea5706f9" providerId="LiveId" clId="{26630D08-7CAA-4C45-8F7F-4BF5C588280C}" dt="2025-04-14T11:05:40.122" v="0" actId="47"/>
        <pc:sldMasterMkLst>
          <pc:docMk/>
          <pc:sldMasterMk cId="0" sldId="2147483659"/>
        </pc:sldMasterMkLst>
        <pc:sldLayoutChg chg="del">
          <pc:chgData name="Jayati Maurya" userId="a341ffb6ea5706f9" providerId="LiveId" clId="{26630D08-7CAA-4C45-8F7F-4BF5C588280C}" dt="2025-04-14T11:05:40.122" v="0" actId="47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a1687363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a1687363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1687363f9_0_6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1687363f9_0_6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First pie chart: Results from the post-pilot survey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Second pie chart: Results from the post-launch survey, after making changes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Satisfaction has gone up from 72% (4 and 5 rating) to 86% (4 and 5 rating)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Post-pilot data: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1 - Lacking	2	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2		5	10%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3		7	14%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4		20	40%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5 - Great	16	32%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Post-launch data: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1 - Lacking	1	2%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		2	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		4	8%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4		22	44%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5 - Great	21	42%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9abcc198e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9abcc198e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First pie chart: Results from the post-pilot survey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Second pie chart: Results from the post-launch survey, after making changes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Satisfaction has gone up from 72% (4 and 5 rating) to 86% (4 and 5 rating)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Post-pilot data: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1 - Lacking	2	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2		5	10%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3		7	14%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4		20	40%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5 - Great	16	32%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Post-launch data: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1 - Lacking	1	2%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		2	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		4	8%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4		22	44%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5 - Great	21	42%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b0414877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b0414877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This is a chart of Sauce &amp; Spoon revenue, showing that after tablet implementation, revenue increased. December revenue was up to 20% over September’s monthly revenue.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Sales data: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October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$61,000.00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November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$62,000.00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December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$62,000.00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January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$63,000.00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February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$64,000.00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March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$61,000.00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April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$65,000.00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May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$70,000.00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June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$75,000.00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July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$78,000.00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1687363f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1687363f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1687363f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1687363f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0" y="1014800"/>
            <a:ext cx="9144000" cy="1853400"/>
          </a:xfrm>
          <a:prstGeom prst="rect">
            <a:avLst/>
          </a:prstGeom>
          <a:solidFill>
            <a:srgbClr val="177D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3"/>
          <p:cNvSpPr/>
          <p:nvPr/>
        </p:nvSpPr>
        <p:spPr>
          <a:xfrm rot="-5400000">
            <a:off x="-2188650" y="2166150"/>
            <a:ext cx="5166000" cy="788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73763"/>
              </a:solidFill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 idx="4294967295"/>
          </p:nvPr>
        </p:nvSpPr>
        <p:spPr>
          <a:xfrm>
            <a:off x="788700" y="1230275"/>
            <a:ext cx="8355300" cy="8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Sauce &amp; Spoon </a:t>
            </a:r>
            <a:endParaRPr sz="3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Tablet Rollout</a:t>
            </a:r>
            <a:endParaRPr sz="3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4294967295"/>
          </p:nvPr>
        </p:nvSpPr>
        <p:spPr>
          <a:xfrm>
            <a:off x="788775" y="2327125"/>
            <a:ext cx="83553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 Report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163" y="3256600"/>
            <a:ext cx="1292374" cy="129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727650" y="5612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769500" y="1375825"/>
            <a:ext cx="7688700" cy="33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Our goal is to simplify the method of ordering by installation of </a:t>
            </a:r>
            <a:r>
              <a:rPr lang="en" sz="1400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tabletop menu tablets so that guests can place their orders on the tablets as soon as they arrive at the restaurant, rather than waiting for a server to attend to them. </a:t>
            </a:r>
            <a:endParaRPr sz="1400">
              <a:solidFill>
                <a:schemeClr val="dk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 we set-up the pilot roll-out, we increased our customer satisfaction of 4 or 5 by 14%. We also managed to reduce turn time by 30 minutes and increased daily guest count by 20%. A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fter the tablet implementation, July revenue was up to 20% over April’s monthly revenue.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Some feedbacks we received from the test launch are</a:t>
            </a: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guests seemed to have some trouble with the navigation, so we switched to a layout that they've found much simpler. Customers also reported glitchy tablets but we resolved through our new pre-service testing checklist.</a:t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Moving forward, we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 to track customer experience and satisfaction. We are also expanding the implementation of tablets in more locations.</a:t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0" y="4552500"/>
            <a:ext cx="590995" cy="590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727650" y="554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Customer Satisfaction: Pilot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0" y="4552500"/>
            <a:ext cx="590995" cy="59099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22300" y="1331175"/>
            <a:ext cx="7499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Q. On a scale of 1-5, please rate your experience with the tablet overall.</a:t>
            </a:r>
            <a:endParaRPr sz="1600"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 l="12205" t="3075" r="11887" b="3458"/>
          <a:stretch/>
        </p:blipFill>
        <p:spPr>
          <a:xfrm>
            <a:off x="2879508" y="1786725"/>
            <a:ext cx="3384979" cy="25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054950" y="4362525"/>
            <a:ext cx="7034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pie chart illustrates the results from the post-pilot survey. </a:t>
            </a:r>
            <a:endParaRPr sz="1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72% of respondents indicated a customer satisfaction score of 4 or 5. </a:t>
            </a:r>
            <a:endParaRPr sz="1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727650" y="554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Customer Satisfaction: Launch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0" y="4552500"/>
            <a:ext cx="590995" cy="5909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822300" y="1290525"/>
            <a:ext cx="7499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Q. On a scale of 1-5, please rate your experience with the tablet overall.</a:t>
            </a:r>
            <a:endParaRPr sz="1600"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/>
          </a:blip>
          <a:srcRect l="3450" t="3261" r="8968" b="3271"/>
          <a:stretch/>
        </p:blipFill>
        <p:spPr>
          <a:xfrm>
            <a:off x="2431727" y="1718238"/>
            <a:ext cx="4020351" cy="25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145025" y="4346800"/>
            <a:ext cx="7034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pie chart illustrates the results from the post-launch survey. </a:t>
            </a:r>
            <a:endParaRPr sz="11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86% of respondents indicated a customer satisfaction score of 4 or 5. This is a 14% increase.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727650" y="554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0" y="4552500"/>
            <a:ext cx="590995" cy="5909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6111550" y="816425"/>
            <a:ext cx="206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Tablet Launch April 23</a:t>
            </a:r>
            <a:endParaRPr sz="1300" b="1"/>
          </a:p>
        </p:txBody>
      </p:sp>
      <p:pic>
        <p:nvPicPr>
          <p:cNvPr id="123" name="Google Shape;123;p1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200" y="1600775"/>
            <a:ext cx="7034100" cy="2864625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24" name="Google Shape;124;p17"/>
          <p:cNvCxnSpPr>
            <a:endCxn id="125" idx="7"/>
          </p:cNvCxnSpPr>
          <p:nvPr/>
        </p:nvCxnSpPr>
        <p:spPr>
          <a:xfrm flipH="1">
            <a:off x="6070302" y="1191868"/>
            <a:ext cx="816900" cy="1619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7"/>
          <p:cNvSpPr/>
          <p:nvPr/>
        </p:nvSpPr>
        <p:spPr>
          <a:xfrm>
            <a:off x="5952000" y="2793350"/>
            <a:ext cx="138600" cy="120300"/>
          </a:xfrm>
          <a:prstGeom prst="ellipse">
            <a:avLst/>
          </a:prstGeom>
          <a:solidFill>
            <a:srgbClr val="1782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57200" y="4470425"/>
            <a:ext cx="7034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This is a chart of Sauce &amp; Spoon revenue, showing that after tablet implementation, revenue increased. </a:t>
            </a:r>
            <a:endParaRPr sz="1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July revenue was up to 20% over April’s monthly revenue.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727650" y="560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What Worked: Key Accomplishments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1"/>
          </p:nvPr>
        </p:nvSpPr>
        <p:spPr>
          <a:xfrm>
            <a:off x="729450" y="1469275"/>
            <a:ext cx="3443100" cy="28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Decreased table turn time 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Implementation of the tablets increased the average daily guest count by 10%.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Tablets also decreased wait time by 30 minutes.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latin typeface="Arial"/>
                <a:ea typeface="Arial"/>
                <a:cs typeface="Arial"/>
                <a:sym typeface="Arial"/>
              </a:rPr>
              <a:t>Decreased food waste</a:t>
            </a:r>
            <a:endParaRPr sz="1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Tablets identified who was receiving an incorrect order.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Kitchen staff has taken the initiative to correct orders and decrease food waste by 50%.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0" y="4552500"/>
            <a:ext cx="590995" cy="5909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4916275" y="1483600"/>
            <a:ext cx="3636600" cy="3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</a:rPr>
              <a:t>Increased customer satisfaction</a:t>
            </a:r>
            <a:endParaRPr sz="1200" b="1">
              <a:solidFill>
                <a:schemeClr val="accen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</a:rPr>
              <a:t>After the pilot, customer satisfaction was at 72%.</a:t>
            </a:r>
            <a:endParaRPr sz="1200">
              <a:solidFill>
                <a:schemeClr val="accen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</a:rPr>
              <a:t>Once we implemented improvements based on feedback, customer satisfaction increased to 86%.</a:t>
            </a:r>
            <a:endParaRPr sz="120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</a:rPr>
              <a:t>Increased sales</a:t>
            </a:r>
            <a:endParaRPr sz="1200" b="1">
              <a:solidFill>
                <a:schemeClr val="accen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</a:rPr>
              <a:t>Our monthly revenue has increased steadily since the tablet rollout, upwards of 20% since September/pre-rollout.</a:t>
            </a:r>
            <a:endParaRPr sz="1200">
              <a:solidFill>
                <a:schemeClr val="accen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sz="1200">
                <a:solidFill>
                  <a:schemeClr val="accent1"/>
                </a:solidFill>
              </a:rPr>
              <a:t>Tablets also helped boost revenue during the holiday season.</a:t>
            </a:r>
            <a:endParaRPr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7650" y="5474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Next Steps: Looking Forward</a:t>
            </a:r>
            <a:endParaRPr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3000" y="4552500"/>
            <a:ext cx="590995" cy="5909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9"/>
          <p:cNvGraphicFramePr/>
          <p:nvPr/>
        </p:nvGraphicFramePr>
        <p:xfrm>
          <a:off x="952500" y="1527195"/>
          <a:ext cx="7239000" cy="3013875"/>
        </p:xfrm>
        <a:graphic>
          <a:graphicData uri="http://schemas.openxmlformats.org/drawingml/2006/table">
            <a:tbl>
              <a:tblPr>
                <a:noFill/>
                <a:tableStyleId>{0F1BA401-B28B-42A4-9D0B-2171622249E1}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/>
                        <a:t>Initiative</a:t>
                      </a:r>
                      <a:endParaRPr sz="1700" b="1"/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/>
                        <a:t>Action</a:t>
                      </a:r>
                      <a:endParaRPr sz="1700" b="1"/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/>
                        <a:t>Date</a:t>
                      </a:r>
                      <a:endParaRPr sz="1700" b="1"/>
                    </a:p>
                  </a:txBody>
                  <a:tcPr marL="91425" marR="91425" marT="91425" marB="91425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Implement tablets in more locations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Create new project plan for new location installation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Q2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Continue to track customer experience and satisfaction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Continue surveying/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gathering data through various means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Ongoing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Expand tablet features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Investigate new features like social media integration, reservations, videos, etc.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Q4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On-screen Show (16:9)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Lato</vt:lpstr>
      <vt:lpstr>Raleway</vt:lpstr>
      <vt:lpstr>Arial</vt:lpstr>
      <vt:lpstr>Streamline</vt:lpstr>
      <vt:lpstr>Sauce &amp; Spoon  Tablet Rollout</vt:lpstr>
      <vt:lpstr>Executive Summary</vt:lpstr>
      <vt:lpstr>Customer Satisfaction: Pilot</vt:lpstr>
      <vt:lpstr>Customer Satisfaction: Launch</vt:lpstr>
      <vt:lpstr>Revenue</vt:lpstr>
      <vt:lpstr>What Worked: Key Accomplishments</vt:lpstr>
      <vt:lpstr>Next Steps: Looking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Jayati Maurya</cp:lastModifiedBy>
  <cp:revision>1</cp:revision>
  <dcterms:modified xsi:type="dcterms:W3CDTF">2025-04-14T11:05:47Z</dcterms:modified>
</cp:coreProperties>
</file>